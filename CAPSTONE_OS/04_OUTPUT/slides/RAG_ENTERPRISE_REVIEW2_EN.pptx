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8120282e14470" /><Relationship Type="http://schemas.openxmlformats.org/officeDocument/2006/relationships/extended-properties" Target="/docProps/app.xml" Id="R2b1dda85b10e46de" /><Relationship Type="http://schemas.openxmlformats.org/officeDocument/2006/relationships/officeDocument" Target="/ppt/presentation.xml" Id="R4cdba9556ca44e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33f8dea76d49d4"/>
  </p:sldMasterIdLst>
  <p:notesMasterIdLst>
    <p:notesMasterId xmlns:r="http://schemas.openxmlformats.org/officeDocument/2006/relationships" r:id="R8b835cd195504093"/>
  </p:notesMasterIdLst>
  <p:sldIdLst>
    <p:sldId xmlns:r="http://schemas.openxmlformats.org/officeDocument/2006/relationships" id="256" r:id="Rd7a7ee095e614122"/>
    <p:sldId xmlns:r="http://schemas.openxmlformats.org/officeDocument/2006/relationships" id="257" r:id="R377223b81bf743cb"/>
    <p:sldId xmlns:r="http://schemas.openxmlformats.org/officeDocument/2006/relationships" id="258" r:id="Re328ad6e01a243b8"/>
    <p:sldId xmlns:r="http://schemas.openxmlformats.org/officeDocument/2006/relationships" id="259" r:id="R00399d619eb744bf"/>
    <p:sldId xmlns:r="http://schemas.openxmlformats.org/officeDocument/2006/relationships" id="260" r:id="R0e24bbf66e9346db"/>
    <p:sldId xmlns:r="http://schemas.openxmlformats.org/officeDocument/2006/relationships" id="261" r:id="R3afa3a96edc54df9"/>
    <p:sldId xmlns:r="http://schemas.openxmlformats.org/officeDocument/2006/relationships" id="262" r:id="Rfc622e23d15c4d2d"/>
    <p:sldId xmlns:r="http://schemas.openxmlformats.org/officeDocument/2006/relationships" id="263" r:id="Re43d225c95a54a44"/>
    <p:sldId xmlns:r="http://schemas.openxmlformats.org/officeDocument/2006/relationships" id="264" r:id="R27138d4554d04b88"/>
    <p:sldId xmlns:r="http://schemas.openxmlformats.org/officeDocument/2006/relationships" id="265" r:id="R6785f77c46054760"/>
    <p:sldId xmlns:r="http://schemas.openxmlformats.org/officeDocument/2006/relationships" id="266" r:id="R181e6e46b8de4df1"/>
    <p:sldId xmlns:r="http://schemas.openxmlformats.org/officeDocument/2006/relationships" id="267" r:id="R03f3fe073cfa43db"/>
    <p:sldId xmlns:r="http://schemas.openxmlformats.org/officeDocument/2006/relationships" id="268" r:id="R86702d2b4c384e63"/>
    <p:sldId xmlns:r="http://schemas.openxmlformats.org/officeDocument/2006/relationships" id="269" r:id="Ra18ace3e12044200"/>
    <p:sldId xmlns:r="http://schemas.openxmlformats.org/officeDocument/2006/relationships" id="270" r:id="R38e5c298598841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bf3a25c3c4edd" /><Relationship Type="http://schemas.openxmlformats.org/officeDocument/2006/relationships/slideMaster" Target="/ppt/slideMasters/slideMaster1.xml" Id="Rd133f8dea76d49d4" /><Relationship Type="http://schemas.openxmlformats.org/officeDocument/2006/relationships/notesMaster" Target="/ppt/notesMasters/notesMaster1.xml" Id="R8b835cd195504093" /><Relationship Type="http://schemas.openxmlformats.org/officeDocument/2006/relationships/presProps" Target="/ppt/presProps.xml" Id="Rc44555b3a51548db" /><Relationship Type="http://schemas.openxmlformats.org/officeDocument/2006/relationships/tableStyles" Target="/ppt/tableStyles.xml" Id="Rc5bb03e02ceb4df7" /><Relationship Type="http://schemas.openxmlformats.org/officeDocument/2006/relationships/slide" Target="/ppt/slides/slide1.xml" Id="Rd7a7ee095e614122" /><Relationship Type="http://schemas.openxmlformats.org/officeDocument/2006/relationships/slide" Target="/ppt/slides/slide2.xml" Id="R377223b81bf743cb" /><Relationship Type="http://schemas.openxmlformats.org/officeDocument/2006/relationships/slide" Target="/ppt/slides/slide3.xml" Id="Re328ad6e01a243b8" /><Relationship Type="http://schemas.openxmlformats.org/officeDocument/2006/relationships/slide" Target="/ppt/slides/slide4.xml" Id="R00399d619eb744bf" /><Relationship Type="http://schemas.openxmlformats.org/officeDocument/2006/relationships/slide" Target="/ppt/slides/slide5.xml" Id="R0e24bbf66e9346db" /><Relationship Type="http://schemas.openxmlformats.org/officeDocument/2006/relationships/slide" Target="/ppt/slides/slide6.xml" Id="R3afa3a96edc54df9" /><Relationship Type="http://schemas.openxmlformats.org/officeDocument/2006/relationships/slide" Target="/ppt/slides/slide7.xml" Id="Rfc622e23d15c4d2d" /><Relationship Type="http://schemas.openxmlformats.org/officeDocument/2006/relationships/slide" Target="/ppt/slides/slide8.xml" Id="Re43d225c95a54a44" /><Relationship Type="http://schemas.openxmlformats.org/officeDocument/2006/relationships/slide" Target="/ppt/slides/slide9.xml" Id="R27138d4554d04b88" /><Relationship Type="http://schemas.openxmlformats.org/officeDocument/2006/relationships/slide" Target="/ppt/slides/slide10.xml" Id="R6785f77c46054760" /><Relationship Type="http://schemas.openxmlformats.org/officeDocument/2006/relationships/slide" Target="/ppt/slides/slide11.xml" Id="R181e6e46b8de4df1" /><Relationship Type="http://schemas.openxmlformats.org/officeDocument/2006/relationships/slide" Target="/ppt/slides/slide12.xml" Id="R03f3fe073cfa43db" /><Relationship Type="http://schemas.openxmlformats.org/officeDocument/2006/relationships/slide" Target="/ppt/slides/slide13.xml" Id="R86702d2b4c384e63" /><Relationship Type="http://schemas.openxmlformats.org/officeDocument/2006/relationships/slide" Target="/ppt/slides/slide14.xml" Id="Ra18ace3e12044200" /><Relationship Type="http://schemas.openxmlformats.org/officeDocument/2006/relationships/slide" Target="/ppt/slides/slide15.xml" Id="R38e5c2985988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2c8dbd51444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def48695084e39" /><Relationship Type="http://schemas.openxmlformats.org/officeDocument/2006/relationships/notesMaster" Target="/ppt/notesMasters/notesMaster1.xml" Id="R1d87cc562178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5616de24374437" /><Relationship Type="http://schemas.openxmlformats.org/officeDocument/2006/relationships/notesMaster" Target="/ppt/notesMasters/notesMaster1.xml" Id="Rab01b3d1cdc14c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2d44c922a47ae" /><Relationship Type="http://schemas.openxmlformats.org/officeDocument/2006/relationships/notesMaster" Target="/ppt/notesMasters/notesMaster1.xml" Id="R8e1ea6f3b36343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600e52a20f4c9e" /><Relationship Type="http://schemas.openxmlformats.org/officeDocument/2006/relationships/notesMaster" Target="/ppt/notesMasters/notesMaster1.xml" Id="R7c791e12818e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d84eec93842bf" /><Relationship Type="http://schemas.openxmlformats.org/officeDocument/2006/relationships/notesMaster" Target="/ppt/notesMasters/notesMaster1.xml" Id="R9aaf289f084d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1267e0c48b433c" /><Relationship Type="http://schemas.openxmlformats.org/officeDocument/2006/relationships/notesMaster" Target="/ppt/notesMasters/notesMaster1.xml" Id="R472ef7532f69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d24e18af8440d6" /><Relationship Type="http://schemas.openxmlformats.org/officeDocument/2006/relationships/notesMaster" Target="/ppt/notesMasters/notesMaster1.xml" Id="Re19c765b1c81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add1de4e904652" /><Relationship Type="http://schemas.openxmlformats.org/officeDocument/2006/relationships/notesMaster" Target="/ppt/notesMasters/notesMaster1.xml" Id="R895167739162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adf22d3cdd46ac" /><Relationship Type="http://schemas.openxmlformats.org/officeDocument/2006/relationships/notesMaster" Target="/ppt/notesMasters/notesMaster1.xml" Id="Rc632d15a7ff74a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8c2e994504cdf" /><Relationship Type="http://schemas.openxmlformats.org/officeDocument/2006/relationships/notesMaster" Target="/ppt/notesMasters/notesMaster1.xml" Id="R321bf76a11bf44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e31c2c792f4e8b" /><Relationship Type="http://schemas.openxmlformats.org/officeDocument/2006/relationships/notesMaster" Target="/ppt/notesMasters/notesMaster1.xml" Id="R3ae57f04b4da4f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3c92fb5b76407d" /><Relationship Type="http://schemas.openxmlformats.org/officeDocument/2006/relationships/notesMaster" Target="/ppt/notesMasters/notesMaster1.xml" Id="R29755a2afea743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b705e95b4e490e" /><Relationship Type="http://schemas.openxmlformats.org/officeDocument/2006/relationships/notesMaster" Target="/ppt/notesMasters/notesMaster1.xml" Id="Re5f0fb072a2740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481f13d5804032" /><Relationship Type="http://schemas.openxmlformats.org/officeDocument/2006/relationships/notesMaster" Target="/ppt/notesMasters/notesMaster1.xml" Id="Rec1405c5ea5b4e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208c0690184cc0" /><Relationship Type="http://schemas.openxmlformats.org/officeDocument/2006/relationships/notesMaster" Target="/ppt/notesMasters/notesMaster1.xml" Id="R15cc806d54dc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d7c67e16446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296c714c6e4dd6" /><Relationship Type="http://schemas.openxmlformats.org/officeDocument/2006/relationships/slideLayout" Target="/ppt/slideLayouts/slideLayout1.xml" Id="R49bfa92fcb6b49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fa92fcb6b49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a13390d5c4750" /><Relationship Type="http://schemas.openxmlformats.org/officeDocument/2006/relationships/notesSlide" Target="/ppt/notesSlides/notesSlide1.xml" Id="R9fca386d932b47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e82b14aa64357" /><Relationship Type="http://schemas.openxmlformats.org/officeDocument/2006/relationships/notesSlide" Target="/ppt/notesSlides/notesSlide2.xml" Id="R8128b2de6dfb42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57b345b884c2b" /><Relationship Type="http://schemas.openxmlformats.org/officeDocument/2006/relationships/notesSlide" Target="/ppt/notesSlides/notesSlide3.xml" Id="Rae4bd03cfd4c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188745b4a468d" /><Relationship Type="http://schemas.openxmlformats.org/officeDocument/2006/relationships/notesSlide" Target="/ppt/notesSlides/notesSlide4.xml" Id="R24c1696d3aab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b1dc606541b4" /><Relationship Type="http://schemas.openxmlformats.org/officeDocument/2006/relationships/notesSlide" Target="/ppt/notesSlides/notesSlide5.xml" Id="R981d0542c1e846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05f4a9ba94ce0" /><Relationship Type="http://schemas.openxmlformats.org/officeDocument/2006/relationships/notesSlide" Target="/ppt/notesSlides/notesSlide6.xml" Id="R98e7c400eb50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0bd46fda54082" /><Relationship Type="http://schemas.openxmlformats.org/officeDocument/2006/relationships/notesSlide" Target="/ppt/notesSlides/notesSlide7.xml" Id="Rd3d0b22e2b2c47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67e09edae4223" /><Relationship Type="http://schemas.openxmlformats.org/officeDocument/2006/relationships/notesSlide" Target="/ppt/notesSlides/notesSlide8.xml" Id="Rdf1c856781ec48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074d3f000417d" /><Relationship Type="http://schemas.openxmlformats.org/officeDocument/2006/relationships/notesSlide" Target="/ppt/notesSlides/notesSlide9.xml" Id="Rc9c02433b1d6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06b27f5de46e2" /><Relationship Type="http://schemas.openxmlformats.org/officeDocument/2006/relationships/notesSlide" Target="/ppt/notesSlides/notesSlide10.xml" Id="R4533cf83b3c047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236e312b848b9" /><Relationship Type="http://schemas.openxmlformats.org/officeDocument/2006/relationships/chart" Target="/ppt/slides/charts/chart1.xml" Id="R645da89ffd054287" /><Relationship Type="http://schemas.openxmlformats.org/officeDocument/2006/relationships/notesSlide" Target="/ppt/notesSlides/notesSlide11.xml" Id="Rd0668197caa64d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1d1710d644453" /><Relationship Type="http://schemas.openxmlformats.org/officeDocument/2006/relationships/notesSlide" Target="/ppt/notesSlides/notesSlide12.xml" Id="R15974dc5d88a4a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6fbd3e6154759" /><Relationship Type="http://schemas.openxmlformats.org/officeDocument/2006/relationships/notesSlide" Target="/ppt/notesSlides/notesSlide13.xml" Id="R6cd6b78712b24e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38283f9494e7f" /><Relationship Type="http://schemas.openxmlformats.org/officeDocument/2006/relationships/notesSlide" Target="/ppt/notesSlides/notesSlide14.xml" Id="Rba0baa0fd78a4a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0b38de7224c37" /><Relationship Type="http://schemas.openxmlformats.org/officeDocument/2006/relationships/notesSlide" Target="/ppt/notesSlides/notesSlide15.xml" Id="R84ec7eff9a374ddc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avg_score</c:v>
          </c:tx>
          <c:spPr>
            <a:solidFill xmlns:a="http://schemas.openxmlformats.org/drawingml/2006/main">
              <a:srgbClr val="1D4ED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fixed</c:v>
              </c:pt>
              <c:pt idx="1">
                <c:v>recursive</c:v>
              </c:pt>
              <c:pt idx="2">
                <c:v>semantic</c:v>
              </c:pt>
              <c:pt idx="3">
                <c:v>paragraph</c:v>
              </c:pt>
            </c:strLit>
          </c:cat>
          <c:val>
            <c:numLit>
              <c:formatCode>General</c:formatCode>
              <c:ptCount val="4"/>
              <c:pt idx="0">
                <c:v>0.3344</c:v>
              </c:pt>
              <c:pt idx="1">
                <c:v>0.341</c:v>
              </c:pt>
              <c:pt idx="2">
                <c:v>0.3313</c:v>
              </c:pt>
              <c:pt idx="3">
                <c:v>0.8354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80BA6-DA09-41BC-868A-FA41E6BF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RAG Enterprise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675C-0EB7-4F66-AE03-D29D6CA6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Chunking Strategy Comparison for Vietnamese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A1C4E-B005-4031-9D1B-B7DB2E7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End-to-end MVP RAG pipeline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Public dataset: sailor2/Vietnamese_RAG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Four strategies: fixed, recursive, semantic, paragraph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Current benchmark: evaluation-lite, not full RAGAS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F13DE-BD69-48A1-93B0-FA7A4A85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E6C8A-2A57-4D6B-B4FF-42B69868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3257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MVP: demoable, measurable, no fake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5B68B-E263-444E-AF5C-BDC93156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974E0-6F88-4EC9-BF53-B200B73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5BEFA-804B-4B35-9973-3B43D9D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9D824-C1EC-464F-9B77-26DBA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3E294-3BCE-41CE-916E-A9429EC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30EB1-8C99-441F-9CFB-37477B29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5CF01-BF7A-4463-9402-9CA9E071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7EC69-1575-48B8-8BBC-C169E9E2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855AD-B797-4B2F-9F4B-78B13D54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37A8F-40D4-46F3-ABFD-8E619E8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4F24A-2EA6-4285-8AC9-299F0A5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11BE5-E374-44DF-AF6A-8E5ACE72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00956-0BE5-4321-A07D-0B92E4B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EAFD3-3DC4-4226-BC30-3BB64C0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Evaluate-lite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59F2A-40E8-48AF-AA59-135712F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5E01C-879C-4063-ADC0-03D7BF1D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4873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BB7521-3A6A-46E5-8F0D-7B2D3E2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Problem: Vietnamese Enterprise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7AF7A-FF72-4A0C-9D64-D977F418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LLMs need verifiable sources for business knowledge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13EE-5060-48E8-81D9-52F53E2F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Vietnamese documents are long and fragmented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Direct LLM answers may lack grounding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Business users need source-backed answers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RAG injects retrieved source chunks into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E52C4-7C10-4949-9AE9-B0A413A3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AB1D-20ED-4BFF-8BA0-F7BCA6E4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Why RAG?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A98D1-A838-4054-AD5F-B8B2C2B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Direct LLM: hard to verify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RAG: answer plus source chunks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Users can inspect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B0B7C-3C6F-4B27-B5C3-592BE29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ECD3E-C84A-4585-8D9F-0959E7F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784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F811AC-A6F8-46FC-821F-1964FDD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8EFE0-F7D5-4D79-8EA9-3171ED44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Which chunking strategy improves Vietnamese RAG retrieval?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6A25-3F8F-42B9-B9D4-E7B5143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Same dataset and same embedding provider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Four isolated ChromaDB collections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Same question can be tested across strategies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Initial evaluation uses evaluation-lite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5F7DE-9E28-4B4F-80FB-A8BC002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150E-7BD1-4D85-ABE3-5655C72E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10D78-6055-477E-A80E-98D4A67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fixed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recursive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semantic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paragraph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905F-7C80-4D67-9AFF-2EC10C6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D1C77-73CB-49E7-8E46-E86F1061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6028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A9980-8F46-4510-9709-730CD3B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Review 1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24743-E00E-45A3-A336-02AA8E45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A small MVP that runs and can be defended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47623-8205-4E55-8B5F-7969EFE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Public dataset instead of closed enterprise data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Streamlit prototype is available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Clear RAG pipeline: verify, index, query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Out-of-scope features are not claimed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12B1C-68B2-4499-BCAC-7520DD3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A7A69-861B-48DF-A5D6-558313A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29EE5-0FEB-4662-899B-3BB63757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Dataset backup: Done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Prototype: Done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Pipeline: Done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Full RAGAS: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2E20A-D296-405C-92AF-2DBE428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47B14-07CA-40BE-BEC6-92D43575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2072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222CFA-9234-4A6B-A5C4-9C8B89FB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Dataset: sailor2/Vietnamese_RAG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BB4E1-F74C-417E-A1D2-11A3AA5B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BKAI_RAG config with questions, ground truth, and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20AF8-3EEA-45CB-80F0-CD6D78A0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Public dataset avoids data permission risk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MVP subset: up to 50 records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UI can select or randomize real records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Ground truth supports manual comparison and evaluation-lite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BAC49-766A-489C-8D71-8C16078F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BC522-A049-430D-8F93-C96E13DB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Real record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3E258-49EA-46E6-BE5F-F0B63DE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record_id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original question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ground_truth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context preview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6D80B-72C4-4B86-8B53-D0DF523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37CED-90FC-4901-ACBD-A6B6B5B2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8800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E9A1C-FEAE-488D-B0A9-7F4E0435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A7C09-9301-48BC-BEAF-663A9BE2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End-to-end MVP RAG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CD560-9CD2-4173-AF86-44563D2D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Dataset is normalized and chunked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Gemini embedding creates vectors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ChromaDB stores four strategy collections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Query pipeline returns answer and source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9650C-90F8-4DE0-A993-552C27EA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71673-B16B-4933-A4BD-1FC5E20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8385B-AF22-4E46-A736-117337C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85AA0-609B-41B7-811A-7C83EF0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396DE-7F0C-431D-92AA-3B42F8BC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Chunking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F6CF4-48F0-4B50-8679-A3462A4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54126-A0C3-4D8F-A34C-DBD49618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C1F99-FB05-42FA-9D59-505F7CF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EFDF5-FC28-4321-81E7-D037DB5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9551A-978A-4C37-BB2B-950F3208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1879C-7C01-49A1-95BD-682AB16F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ChromaDB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4C2A8-1CB5-484E-82B6-53EE38D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0B067-95EF-41E9-81FC-4AA23B24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88E6A-6AE1-4E6E-81FE-69F4A4D9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B5FBD-DFA1-45C9-9096-A17252A4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A80F9-A2AB-48C6-B6A1-B7F8F0AE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A2026-CF45-47E4-9557-2C8BD0A7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E7D26-5D77-4400-A374-AD80B942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CE245-FD63-452A-A6C4-A8F72D2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1630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C4C68-0EEB-4AE1-A66C-CA12577E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Four Chunking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1D119-9C9A-4080-A565-182BC5C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Comparing retrieval behavior across split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F3FBA-35C8-4894-88C7-2524C956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Fixed: simple and stable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Recursive: preserves natural structure better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Semantic: strategy exists, currently with fallback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Paragraph: paragraph-level split, strong MVP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FCC42-5D3F-4BE7-8DE2-2B0236F3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1AA96-1379-4BC8-8B25-75E66D00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Trade-off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B16BA-A7CB-452E-9BDF-6F4713D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Too small: missing context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Too large: noisy retrieval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Best strategy depends on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1E2DF-C223-47A6-93DD-B6221B3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64FB1-A9C2-4F4E-9B99-BCDB52D7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0739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053A3-5B01-4677-B2B6-4B49A678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Indexing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4CEA6-B177-4D0E-8C36-F498577D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Offline step stored in local ChromaDB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CC140-D2F3-4B20-B5F7-969ABB9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Generate chunks for four strategies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Embed each chunk with Gemini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Store metadata: record_id, strategy, chunk_index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Four collections isolate strategy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7FB2D-7C8B-48F3-B187-8E4B1AA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41190-688F-46E4-A3EC-70A4969A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Collections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49879-D7D5-4E1F-B260-E5E8444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collection_fixed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collection_recursive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collection_semantic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collection_paragraph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D512F-AB5A-45B6-B0D5-893E1C08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DA77C-D917-48B7-A0B7-120B9BC1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1991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118D0-41F0-46AB-96EC-0B49E1CF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Query Pipeline + 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EF723-B6EC-40FB-84DD-5E13E16E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Answers are grounded with retrieved chunks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EE39F-EBCF-45C8-8869-72768AF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User selects a strategy and asks a question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Question is embedded with the same provider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Retriever queries the matching collection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LLM generates answer from retrieved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7940-6B5D-4E49-9668-D28F65E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EA333-542A-4E65-9DA8-1CE41AB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36318-40BF-4790-B78A-B5726B96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D1FA1-F5BC-4FCF-AAAD-03A5F7F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71C9F-48CC-41DF-AB49-283074BF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Embed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50825-11A2-4F36-80D3-0F19FCA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6FCC1-324D-41A0-8B02-6A623BFA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722EF-8EE8-4E83-B122-D2270BD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0ECD0-17A3-433B-8FC5-37188E2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84669-C77C-467D-B3A3-8F87023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BF6BF-8F8B-4E05-B021-F5B5E7E2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Generate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65BF9-57A5-4359-A01E-5CFCD4F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04CB2-FAC8-441B-AE92-686BE052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652F7-A2BA-4A04-B12A-8042830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C3EB4-0135-4D8D-B4A0-2020F91D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082EC-4A90-4A99-A370-E15D653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9982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81D86-4DC9-40CD-A86F-FC00910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Streamlit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DA1E0-ECE5-434D-B280-0B698F8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Live demo interface for Review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7095-6EB5-4C67-8A61-221B2F5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Manual question tab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Real dataset demo tab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Evaluation-lite benchmark tab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Displays answer, ground truth, and source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C815E-90EC-4637-8332-43680BF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B004-03BD-4163-B473-07232E85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Demo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FAA38-26E3-49DA-B324-E410CE92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Select strategy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Pick real record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Ask this question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Open source chunks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View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3D7D9-221F-49D3-A4D7-C786AFE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3CC5C-2279-4A11-9209-472BE82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549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3F5E7B-DC0E-4059-B9B4-43960453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Evaluation-lite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3E931-6210-44A5-B514-C53AD10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Evaluation-lite on 5 samples, not full RAGAS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C66ED-B009-4982-B565-0928CC5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Uses real benchmark_results.csv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Metrics: top1 hit, top-k hit, distance, keyword overlap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Goal: quick retrieval behavior check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This is not claimed as RAGAS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D21B1-E030-4D6F-B719-546DA77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8101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95236-4FA7-4809-AB2C-86AD9932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avg_score by strategy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048500" y="2238375"/>
          <a:ext xmlns:a="http://schemas.openxmlformats.org/drawingml/2006/main" cx="39052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5da89ffd05428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0CCD1-862F-4CED-9DD1-761660AA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Evaluation-lite on 5 samples, not full RAGAS.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D50C5-7FDD-4CA4-9533-CBF102D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666A6-EEBE-4797-A875-85E2A36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5428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71E8A-4038-4DBE-815D-4A38456F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Result: Paragraph currently leads in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8DA8D-3119-4B3E-B22F-D73C1DC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Initial signal, not a final scientific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0E099-606B-4D1C-9C44-6BE194CE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paragraph avg_score = 0.8354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paragraph top-k hit = 1.0000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Likely fits paragraph-structured contexts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Needs full RAGAS and larger sample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FA6CC-DB6F-4D95-9415-7758D14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3ED8-39C8-4A9A-853B-6BDD8BD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92D49-4D0F-49BA-A297-58AA60FC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20A8-B282-449A-91C1-9C68E12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Avg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CBAF8-53F4-4A1B-B5C8-D3FFB489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DB317-EC1D-4CC1-BCE6-64954BA1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fixed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FF585-52C8-4528-8E10-C3ABE6D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99255-AD8B-44F2-BAA0-130AAF56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0.3344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88065-6930-4293-9066-1B98A64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AD01E-67BB-4406-85D3-DF5AB27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recursive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3D71A-CE38-47D0-BA21-2B554262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10B1A-15AB-472C-B938-7D239D2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0.3410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13487-F40A-4D7B-8882-76EF4D49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0EA83-5819-470B-845F-AA80FCF3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semantic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E4344-6C1E-4497-A17D-D290255D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B58DB-659E-4B93-90EF-0DE5DA5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0.3313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EFB15-8D13-4449-8906-84A3A2B2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2381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5EC22-D278-418C-BC46-86895614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paragraph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9B4EB-C980-41DD-A9AE-34CA17A8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1619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1D57C-CA7A-439F-BBE4-D37216AC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0.8354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E2590-87DC-4854-AE80-E7115C0E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333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EA1B1-AF84-487F-B71F-57B9D60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3876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Paragraph leads in evaluation-lite, but this is not a full RAGAS conclusion.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3BA95-91C4-4B76-B4E1-67D3782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B8875-726B-4459-89B8-AE116FFD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7324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DB734-39F4-4C26-B614-5357C4F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74E7D-0EF0-49A2-B7B3-686203F1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Transparent scope to avoid overclaiming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3CEA3-0545-4AE2-A091-2722E071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Full RAGAS is not completed yet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Evaluation-lite sample size is small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Semantic chunking currently has fallback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Execution patch: gemini-embedding-001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No production enterprise upload yet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5A0C3-C97F-422D-A8D4-53BC6E0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3E8F0-61F8-439D-96CE-6D18CF41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Do not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65923-30C5-4668-8657-0F6DEFE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Full RAGAS completed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Production-ready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Paragraph wins generally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ECBCE-56A3-4D77-8B72-2CEB9097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AEBBA-D56A-4226-893F-A544F252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8190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C4C75-53DB-4228-8581-2C943D03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Enterprise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92397-14B7-4A21-8F91-A9AF6F8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MVP is the core; production features come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99122-5316-4F62-BC6C-A4E31932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Full RAGAS and larger sample size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Upload enterprise documents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Hybrid Search and Reranking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GraphRAG / Agentic RAG as long-term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E76E7-DC3F-42B8-B3B2-42DB515E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E0155-D1E0-448E-B93B-8F298D0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1337C-8478-41C0-A1EF-F6F5AF9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7E126-4F96-4298-81D2-4DF54A77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A1F9A-1C2F-4BC5-B8CE-9BC3734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Full 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CB478-A9B5-44E8-9DE2-DC021547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72FC-304B-4673-8468-C9D76976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991C9-B7EB-489F-8CE6-02A7CDE2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1C590-4F99-40BB-AA2B-E546603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C0769-C543-4895-9309-11544390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15D4D-3FD1-4E2C-89E0-9A880CA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Hybrid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9E1E5-9B05-4939-A81D-73AC80C2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D8FCB-FD56-44A0-BEED-672E0EF7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D02B2-F8BD-4748-BC69-0F44F100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1ED4C-13D6-4234-9257-894BFC36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48478-F9D0-48E6-ADB0-AA005786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CA806-22C7-4123-8313-559E40A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GraphRAG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5CC72-ABB5-41C4-919E-50E5486E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930BB-515A-48AB-B6F9-640F1AE3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58317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B8481-401B-4517-8A73-6AD14CF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Conclusion +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189A4-6131-4E2B-B64E-90DF3F3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Demoable MVP with honest evaluation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1ACAE-D016-480D-AF35-F041488E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End-to-end RAG on a public Vietnamese dataset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Source chunks provide answer evidence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Real evaluation-lite benchmark is available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Next: full RAGAS, final report, final slides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9CF1C-949C-4308-BD4D-2D21332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EF561-EAAC-45C9-80FD-CC2DB18A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C0637-0BE8-40ED-8626-966FA892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90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Demo works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Measured honestly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Limits are clear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• Roadmap is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7416C-94E6-49CD-8B7D-110D2EAB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RAG Enterprise Demo | Review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8AA03-87B5-43EA-9EDA-BBEE178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53718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2026-06-29T18:41:07.3040000Z</dcterms:created>
  <dcterms:modified xsi:type="dcterms:W3CDTF">2026-06-29T18:41:07.3040000Z</dcterms:modified>
</coreProperties>
</file>