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3515aef0a42a3" /><Relationship Type="http://schemas.openxmlformats.org/officeDocument/2006/relationships/extended-properties" Target="/docProps/app.xml" Id="R2506c29d72574f33" /><Relationship Type="http://schemas.openxmlformats.org/officeDocument/2006/relationships/officeDocument" Target="/ppt/presentation.xml" Id="R03d60297878f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8c2191a8334756"/>
  </p:sldMasterIdLst>
  <p:notesMasterIdLst>
    <p:notesMasterId xmlns:r="http://schemas.openxmlformats.org/officeDocument/2006/relationships" r:id="Re906e48b0e344fcc"/>
  </p:notesMasterIdLst>
  <p:sldIdLst>
    <p:sldId xmlns:r="http://schemas.openxmlformats.org/officeDocument/2006/relationships" id="256" r:id="R724a640b09724242"/>
    <p:sldId xmlns:r="http://schemas.openxmlformats.org/officeDocument/2006/relationships" id="257" r:id="Ra4c9cf07eb6d4847"/>
    <p:sldId xmlns:r="http://schemas.openxmlformats.org/officeDocument/2006/relationships" id="258" r:id="Rb8e7b28bd0eb4e8e"/>
    <p:sldId xmlns:r="http://schemas.openxmlformats.org/officeDocument/2006/relationships" id="259" r:id="R645e3ff9b62346d7"/>
    <p:sldId xmlns:r="http://schemas.openxmlformats.org/officeDocument/2006/relationships" id="260" r:id="Rb8619db7d9624ef5"/>
    <p:sldId xmlns:r="http://schemas.openxmlformats.org/officeDocument/2006/relationships" id="261" r:id="R1947c9b1bc6646b7"/>
    <p:sldId xmlns:r="http://schemas.openxmlformats.org/officeDocument/2006/relationships" id="262" r:id="Re2eac02452f64837"/>
    <p:sldId xmlns:r="http://schemas.openxmlformats.org/officeDocument/2006/relationships" id="263" r:id="Rdac3b6303a9c453f"/>
    <p:sldId xmlns:r="http://schemas.openxmlformats.org/officeDocument/2006/relationships" id="264" r:id="Rc50c5309aa144307"/>
    <p:sldId xmlns:r="http://schemas.openxmlformats.org/officeDocument/2006/relationships" id="265" r:id="Recbf99711dda44ea"/>
    <p:sldId xmlns:r="http://schemas.openxmlformats.org/officeDocument/2006/relationships" id="266" r:id="Rccbc25a3ea8144b9"/>
    <p:sldId xmlns:r="http://schemas.openxmlformats.org/officeDocument/2006/relationships" id="267" r:id="Rb663f2aaee5644f7"/>
    <p:sldId xmlns:r="http://schemas.openxmlformats.org/officeDocument/2006/relationships" id="268" r:id="R8aaf6453594c492e"/>
    <p:sldId xmlns:r="http://schemas.openxmlformats.org/officeDocument/2006/relationships" id="269" r:id="Rcd88c454316d4388"/>
    <p:sldId xmlns:r="http://schemas.openxmlformats.org/officeDocument/2006/relationships" id="270" r:id="R3f344c4768774a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0372ff0b8d41e8" /><Relationship Type="http://schemas.openxmlformats.org/officeDocument/2006/relationships/slideMaster" Target="/ppt/slideMasters/slideMaster1.xml" Id="R2e8c2191a8334756" /><Relationship Type="http://schemas.openxmlformats.org/officeDocument/2006/relationships/notesMaster" Target="/ppt/notesMasters/notesMaster1.xml" Id="Re906e48b0e344fcc" /><Relationship Type="http://schemas.openxmlformats.org/officeDocument/2006/relationships/presProps" Target="/ppt/presProps.xml" Id="Rff296df81e164430" /><Relationship Type="http://schemas.openxmlformats.org/officeDocument/2006/relationships/tableStyles" Target="/ppt/tableStyles.xml" Id="R416acb3ca7d349da" /><Relationship Type="http://schemas.openxmlformats.org/officeDocument/2006/relationships/slide" Target="/ppt/slides/slide1.xml" Id="R724a640b09724242" /><Relationship Type="http://schemas.openxmlformats.org/officeDocument/2006/relationships/slide" Target="/ppt/slides/slide2.xml" Id="Ra4c9cf07eb6d4847" /><Relationship Type="http://schemas.openxmlformats.org/officeDocument/2006/relationships/slide" Target="/ppt/slides/slide3.xml" Id="Rb8e7b28bd0eb4e8e" /><Relationship Type="http://schemas.openxmlformats.org/officeDocument/2006/relationships/slide" Target="/ppt/slides/slide4.xml" Id="R645e3ff9b62346d7" /><Relationship Type="http://schemas.openxmlformats.org/officeDocument/2006/relationships/slide" Target="/ppt/slides/slide5.xml" Id="Rb8619db7d9624ef5" /><Relationship Type="http://schemas.openxmlformats.org/officeDocument/2006/relationships/slide" Target="/ppt/slides/slide6.xml" Id="R1947c9b1bc6646b7" /><Relationship Type="http://schemas.openxmlformats.org/officeDocument/2006/relationships/slide" Target="/ppt/slides/slide7.xml" Id="Re2eac02452f64837" /><Relationship Type="http://schemas.openxmlformats.org/officeDocument/2006/relationships/slide" Target="/ppt/slides/slide8.xml" Id="Rdac3b6303a9c453f" /><Relationship Type="http://schemas.openxmlformats.org/officeDocument/2006/relationships/slide" Target="/ppt/slides/slide9.xml" Id="Rc50c5309aa144307" /><Relationship Type="http://schemas.openxmlformats.org/officeDocument/2006/relationships/slide" Target="/ppt/slides/slide10.xml" Id="Recbf99711dda44ea" /><Relationship Type="http://schemas.openxmlformats.org/officeDocument/2006/relationships/slide" Target="/ppt/slides/slide11.xml" Id="Rccbc25a3ea8144b9" /><Relationship Type="http://schemas.openxmlformats.org/officeDocument/2006/relationships/slide" Target="/ppt/slides/slide12.xml" Id="Rb663f2aaee5644f7" /><Relationship Type="http://schemas.openxmlformats.org/officeDocument/2006/relationships/slide" Target="/ppt/slides/slide13.xml" Id="R8aaf6453594c492e" /><Relationship Type="http://schemas.openxmlformats.org/officeDocument/2006/relationships/slide" Target="/ppt/slides/slide14.xml" Id="Rcd88c454316d4388" /><Relationship Type="http://schemas.openxmlformats.org/officeDocument/2006/relationships/slide" Target="/ppt/slides/slide15.xml" Id="R3f344c476877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c76bebfd0e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8b94815274cb2" /><Relationship Type="http://schemas.openxmlformats.org/officeDocument/2006/relationships/notesMaster" Target="/ppt/notesMasters/notesMaster1.xml" Id="R211f26607dc6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3bee1f983548ab" /><Relationship Type="http://schemas.openxmlformats.org/officeDocument/2006/relationships/notesMaster" Target="/ppt/notesMasters/notesMaster1.xml" Id="R4ea6d036ba4c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b487f50d4467a" /><Relationship Type="http://schemas.openxmlformats.org/officeDocument/2006/relationships/notesMaster" Target="/ppt/notesMasters/notesMaster1.xml" Id="R5d7fac12f3d54b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a23768893445f3" /><Relationship Type="http://schemas.openxmlformats.org/officeDocument/2006/relationships/notesMaster" Target="/ppt/notesMasters/notesMaster1.xml" Id="R696f378282b44c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efcd1f9c01427b" /><Relationship Type="http://schemas.openxmlformats.org/officeDocument/2006/relationships/notesMaster" Target="/ppt/notesMasters/notesMaster1.xml" Id="R3ee8ed42c2ef48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8521edb8574a4d" /><Relationship Type="http://schemas.openxmlformats.org/officeDocument/2006/relationships/notesMaster" Target="/ppt/notesMasters/notesMaster1.xml" Id="Rf23153186e5849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b2c750b13040b4" /><Relationship Type="http://schemas.openxmlformats.org/officeDocument/2006/relationships/notesMaster" Target="/ppt/notesMasters/notesMaster1.xml" Id="R6e882733613f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9cf31981e540ca" /><Relationship Type="http://schemas.openxmlformats.org/officeDocument/2006/relationships/notesMaster" Target="/ppt/notesMasters/notesMaster1.xml" Id="R2a266800d4b344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680cc02e854318" /><Relationship Type="http://schemas.openxmlformats.org/officeDocument/2006/relationships/notesMaster" Target="/ppt/notesMasters/notesMaster1.xml" Id="R437cb9fa5c2c41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e0c9cace824347" /><Relationship Type="http://schemas.openxmlformats.org/officeDocument/2006/relationships/notesMaster" Target="/ppt/notesMasters/notesMaster1.xml" Id="R1ba7c77bc52440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bf64ba5ffc4d96" /><Relationship Type="http://schemas.openxmlformats.org/officeDocument/2006/relationships/notesMaster" Target="/ppt/notesMasters/notesMaster1.xml" Id="R983f5b427a5f4f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dbe225946544eb" /><Relationship Type="http://schemas.openxmlformats.org/officeDocument/2006/relationships/notesMaster" Target="/ppt/notesMasters/notesMaster1.xml" Id="Rbcdb9f1b9e2b44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e6d58994cd4882" /><Relationship Type="http://schemas.openxmlformats.org/officeDocument/2006/relationships/notesMaster" Target="/ppt/notesMasters/notesMaster1.xml" Id="Re252a7aea3aa4f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3b3d76d4814da3" /><Relationship Type="http://schemas.openxmlformats.org/officeDocument/2006/relationships/notesMaster" Target="/ppt/notesMasters/notesMaster1.xml" Id="R8764488bb12745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a7c3b57ec04cc1" /><Relationship Type="http://schemas.openxmlformats.org/officeDocument/2006/relationships/notesMaster" Target="/ppt/notesMasters/notesMaster1.xml" Id="Rc018c6bc2087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9399829034d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aea0d1515414f" /><Relationship Type="http://schemas.openxmlformats.org/officeDocument/2006/relationships/slideLayout" Target="/ppt/slideLayouts/slideLayout1.xml" Id="R44d082e081cf4f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082e081cf4f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d80e386f543aa" /><Relationship Type="http://schemas.openxmlformats.org/officeDocument/2006/relationships/notesSlide" Target="/ppt/notesSlides/notesSlide1.xml" Id="R6bb5a8d8937d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d8436fd64df9" /><Relationship Type="http://schemas.openxmlformats.org/officeDocument/2006/relationships/notesSlide" Target="/ppt/notesSlides/notesSlide2.xml" Id="R409c7993eb12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8054d8d514b15" /><Relationship Type="http://schemas.openxmlformats.org/officeDocument/2006/relationships/notesSlide" Target="/ppt/notesSlides/notesSlide3.xml" Id="Rdc191898bd9842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7db9e342d478f" /><Relationship Type="http://schemas.openxmlformats.org/officeDocument/2006/relationships/notesSlide" Target="/ppt/notesSlides/notesSlide4.xml" Id="R32912ad181ff41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5091e6d2f4d66" /><Relationship Type="http://schemas.openxmlformats.org/officeDocument/2006/relationships/notesSlide" Target="/ppt/notesSlides/notesSlide5.xml" Id="R6d151d80f77043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facac18e146a9" /><Relationship Type="http://schemas.openxmlformats.org/officeDocument/2006/relationships/notesSlide" Target="/ppt/notesSlides/notesSlide6.xml" Id="Rbbf84475b1024c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5b993ad394358" /><Relationship Type="http://schemas.openxmlformats.org/officeDocument/2006/relationships/notesSlide" Target="/ppt/notesSlides/notesSlide7.xml" Id="Rc6159b21ab1f47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8eac3091c4e4d" /><Relationship Type="http://schemas.openxmlformats.org/officeDocument/2006/relationships/notesSlide" Target="/ppt/notesSlides/notesSlide8.xml" Id="R5fdb9cf6148042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a33ed9ee948a9" /><Relationship Type="http://schemas.openxmlformats.org/officeDocument/2006/relationships/notesSlide" Target="/ppt/notesSlides/notesSlide9.xml" Id="R81c72bd3d24548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ea1752e9a4608" /><Relationship Type="http://schemas.openxmlformats.org/officeDocument/2006/relationships/notesSlide" Target="/ppt/notesSlides/notesSlide10.xml" Id="R8ce1b33b6d9247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4c25a8cb242a7" /><Relationship Type="http://schemas.openxmlformats.org/officeDocument/2006/relationships/chart" Target="/ppt/slides/charts/chart1.xml" Id="R33fd529439c84628" /><Relationship Type="http://schemas.openxmlformats.org/officeDocument/2006/relationships/notesSlide" Target="/ppt/notesSlides/notesSlide11.xml" Id="Rec05cba0174d4e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060dd14a0492f" /><Relationship Type="http://schemas.openxmlformats.org/officeDocument/2006/relationships/notesSlide" Target="/ppt/notesSlides/notesSlide12.xml" Id="R8dbcf2bfe56945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ccfb3111148cd" /><Relationship Type="http://schemas.openxmlformats.org/officeDocument/2006/relationships/notesSlide" Target="/ppt/notesSlides/notesSlide13.xml" Id="R2dd0f9fab5cb4f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83481692e4eb3" /><Relationship Type="http://schemas.openxmlformats.org/officeDocument/2006/relationships/notesSlide" Target="/ppt/notesSlides/notesSlide14.xml" Id="Rf4721637ca374b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06cf5109e4acf" /><Relationship Type="http://schemas.openxmlformats.org/officeDocument/2006/relationships/notesSlide" Target="/ppt/notesSlides/notesSlide15.xml" Id="Rf1f9a0ff4e994d6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avg_score</c:v>
          </c:tx>
          <c:spPr>
            <a:solidFill xmlns:a="http://schemas.openxmlformats.org/drawingml/2006/main">
              <a:srgbClr val="1D4ED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fixed</c:v>
              </c:pt>
              <c:pt idx="1">
                <c:v>recursive</c:v>
              </c:pt>
              <c:pt idx="2">
                <c:v>semantic</c:v>
              </c:pt>
              <c:pt idx="3">
                <c:v>paragraph</c:v>
              </c:pt>
            </c:strLit>
          </c:cat>
          <c:val>
            <c:numLit>
              <c:formatCode>General</c:formatCode>
              <c:ptCount val="4"/>
              <c:pt idx="0">
                <c:v>0.3344</c:v>
              </c:pt>
              <c:pt idx="1">
                <c:v>0.341</c:v>
              </c:pt>
              <c:pt idx="2">
                <c:v>0.3313</c:v>
              </c:pt>
              <c:pt idx="3">
                <c:v>0.8354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B6FEDE-251C-4C59-8A37-E1C6C85B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RAG Enterprise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B318B-0355-466F-AE71-49C5D8F2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Chunking Strategy Comparison trên dữ liệu tiếng Việt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C99A2-B756-4C1D-A5CC-F51058B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MVP RAG chạy end-to-end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Dataset public: sailor2/Vietnamese_RAG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So sánh 4 strategy: fixed, recursive, semantic, paragraph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Benchmark hiện tại: evaluation-lite, chưa phải full RAGAS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F2F19-F5AF-4CA1-8A33-D28D8D4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F3CEC-75D2-4E2E-A1B3-EA584A5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MVP: demo được, đo được, không fake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4637E-C532-4023-B9B5-ECE399DF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1A83A-153A-4567-8F11-D8ABC486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0AFE0-EDB6-4C86-8A27-A8BB14C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906C1-6F2A-4704-9E86-AAD16EC0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3E98E-1DA8-4211-BAC7-EE0F3C5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CA7A8-42BD-4A8D-91A7-18466DD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2D562-4E82-486A-AB08-0C3F6C7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59845-7309-4774-AE03-77FB8E3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94E4B-CA81-48FA-8337-FC46388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06A34-241D-4B8C-BB32-CC064FE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04A77-94BC-411A-B198-E0794AF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94CF-5541-4161-9DDE-566FE87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0B092-465D-4EB8-8794-A0F4339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1D927-E56C-47C9-A8FE-28C63A93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Evaluate-lite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F6415-D940-493D-842B-814919ED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ED734-EBF1-4B5E-BF10-8FD2CFD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337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D8AF3-AB18-4EEC-8417-18E9891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Vấn đề: Vietnamese Enterprise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2666E-06A2-464D-A174-D6F190E8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LLM cần nguồn kiểm chứng khi trả lời câu hỏi nghiệp vụ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A2D5-49AE-4740-B74F-D9D12E3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Tài liệu tiếng Việt dài và phân tán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LLM có thể thiếu context hoặc hallucinate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Doanh nghiệp cần answer có căn cứ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RAG đưa source chunks vào câu trả lời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97672-CF8B-4B91-B8E8-1E66D00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F16C8-324F-46BE-A5B0-C2F785C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Before / 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C7031-9E68-4119-80C3-45159BA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LLM trực tiếp: khó kiểm chứng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RAG: answer + source chunks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Người xem mở chunk để đối chiếu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DF1F2-6AEF-4E4E-9AF5-B7CB353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74AD3-B94C-45A5-873A-C32257D4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8329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31549-1BDF-46FA-8507-7F8A5CA5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0DC6C-1308-4A14-A230-A9EC38A8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Chunking strategy nào hỗ trợ RAG tiếng Việt tốt hơn?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B26FF-0E1D-40A7-84A1-D43B139F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Cùng dataset, cùng embedding provider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4 strategy được index riêng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Truy vấn cùng câu hỏi trên từng collection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Đánh giá ban đầu bằng evaluation-lite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8A12B-5B4E-40FE-9DB4-D7BF991D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4BCE5-8307-4BE3-A21F-DF2B5235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4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D5A89-2939-43AD-80C8-2D24984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fixed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recursive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semantic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paragraph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0A5C3-57AF-41FF-A515-CA27E23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E4A0-7357-4DF0-8742-7FB3DB8A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7621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544E6-82AB-4E83-BC89-76C4500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Phản hồi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7589C-121D-4A6F-A14E-01F0B6F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Tập trung vào MVP chạy được và có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7AA6A-6D06-45DF-86E2-726B3E23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Dataset public, không phụ thuộc doanh nghiệp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Có prototype website bằng Streamlit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Pipeline RAG rõ và demo được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Không claim phần ngoài scope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2AC1-DEC9-4683-A0B8-DCA17407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BB940-F5ED-4613-9795-C4FE9D4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Review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F26E6-BE9B-4A29-96DB-D79E1135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Dataset backup: Done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Prototype: Done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Pipeline: Done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Full RAGAS: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91704-DB22-4ACF-87F8-3E95DB4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35715-D948-4133-A12E-FB781377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0330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A85EB-624C-4899-85B2-DC3B03F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Dataset: sailor2/Vietnamese_RAG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63368-AE95-4508-9C3E-0828C4A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Config BKAI_RAG, có question, ground truth và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8B7AB-FE2D-41CA-9527-6510A637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Dùng dataset public để tránh phụ thuộc dữ liệu đóng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Subset MVP: tối đa 50 records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Real dataset demo chọn/random record thật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Ground truth dùng để so sánh thủ công và evaluation-lite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662E8-E00A-4F21-9337-94A22A59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01DDC-CFE8-4DF3-806C-974BC3C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Record thật trong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8BB5-78C2-4D7A-9289-D3DD51EF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record_id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original question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ground_truth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context preview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50B67-6D97-455D-9655-A8964B64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BFE81-0B2D-4B01-B0B1-63F3B2C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0567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094E0-1E2A-4C41-8826-B3A8671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25A72-25EB-41A8-8DB3-B0AB68E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Luồng RAG end-to-end trong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CED48-94A6-47FA-9E75-D36E6481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Dataset được join context và chunking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Gemini embedding tạo vector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ChromaDB lưu 4 collection riêng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Query pipeline trả answer kèm source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B3138-B3E1-49BA-903B-A0AE5083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F1A6-1541-4CD3-91C6-9FAEDF4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C2D60-2BB1-4E9C-B723-14981C2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7393-1462-48D8-B588-DB136673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5AE9A-2C56-4F60-8CFF-007301D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Chunking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1F348-6828-4E2A-87EA-E944168E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84FC9-7C63-4A29-8794-63C52CC8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03FAB-F19C-4D26-8562-0AC879DA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2F529-B84B-4423-BD6A-EE3A3FA4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7A009-376E-4102-B9AC-31D9775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A1270-C3CB-4E17-B5BD-C1528AA9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ChromaDB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6A131-88C8-4C18-8CFD-CA9B5E7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3D75A-2556-4CB4-88A7-7DDEF28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05D0A-5C70-4EA8-AA3F-A399A6A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5F973-2D42-4E0B-A36F-B5742C3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94227-2388-4EDF-8D0A-DD41A6B1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F1E0C-B341-46B3-997B-D270E37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ACFF4-D528-4ED9-A3E2-BE098F79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0C1B5-D50F-4D9F-A45F-B305031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6576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1C676-FCF7-4ADE-BAD1-95E8A9E2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Four Chunking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04385-ECBC-4C94-BE50-1CF2122A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 sánh hành vi retrieval của từng cách chia văn bản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16082-7126-4565-8684-2AFFCCC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Fixed: đơn giản, dễ kiểm soát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Recursive: giữ cấu trúc tự nhiên hơn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Semantic: có strategy, hiện có fallback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Paragraph: chia theo đoạn, đang có tín hiệu tốt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F1E0C-B10C-48F5-9D7B-378E740E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D3375-363B-483F-B948-3C47B351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Trade-off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8E73-3011-4266-A084-2743951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Chunk quá nhỏ: thiếu context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Chunk quá lớn: retrieval nhiễu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Strategy tốt phụ thuộc 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7D580-25AF-4F6E-A9D1-5431FFD4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7838B-DED8-4C33-8193-09CECC97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4777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5AA1D-156D-4DE0-A128-8C53129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Indexing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AB02D-FE60-4B29-972B-0C33E6A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Một lần offline, lưu vào ChromaDB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03250-A894-49F6-BF43-09E5B8FB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Tạo chunks cho 4 strategy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Embed từng chunk bằng Gemini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Lưu metadata: record_id, strategy, chunk_index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4 collection: fixed, recursive, semantic,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823E3-676A-47A2-9822-0B11992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F546A-9DE7-4271-9B13-350ED2FC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Collections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9A292-34E2-478A-A77F-88A15B84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collection_fixed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collection_recursive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collection_semantic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collection_paragraph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F5CEE-BD5A-450E-87DC-482BCD8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E4780-2D09-43E3-AB68-73559A6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3458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70FCB-52DA-4447-B758-02FFD6D0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Query Pipeline + 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EEF92-C3D0-4A29-804C-981B9CE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Answer không đứng một mình, luôn có nguồn để kiểm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46142-5297-4972-831A-1C3860C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Người dùng chọn strategy và nhập câu hỏi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Question được embed cùng provider khi index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Retriever lấy top-k chunks từ collection tương ứng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LLM sinh answer dựa trên retrieved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B3BE0-B041-4E77-BCB6-A3371A93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3FD45-4423-4760-8057-008D7079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5DFD9-5BC4-4BE4-BAD9-2633AF6F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783A2-7F79-4D87-B869-8B71644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F212D-6E19-493F-BC8B-6AE4792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Embed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CB8C4-10BD-49AD-8FC7-1A3678CE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F7706-731B-4E02-8340-6FB5788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BE82A-9BA1-4767-8BFE-D40981EF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30456-FB6A-4786-8388-9E1B82C3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3AE11-E0D7-4952-9206-00D61E85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30674-BB47-4E66-9EFC-F2FD4E7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Generate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1AF2D-3CD9-468F-80AF-2A785C8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7F882-FB56-4AC5-B83E-8DEA552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7583-3440-4D41-AC5F-D35F8BA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1C896-2D27-4AE6-9E22-D97C480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CFC34-4BD8-480D-A078-5193132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6303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F42A1-51DD-43FA-B6DC-CDF8BC6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Streamlit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77938-F158-4689-A428-1330F128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Giao diện demo trực tiếp cho Review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7283-1DCB-4CDF-BAD0-32157027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Manual question tab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Real dataset demo tab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Benchmark evaluation-lite tab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Hiển thị answer, ground truth và source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2E6A9-27E3-4B83-8ABA-EF3D03C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666D8-C0B8-4637-B7B2-FDD33F0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C711C-AA05-416C-A365-F3368AE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Chọn strategy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Chọn/random record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Hỏi bằng câu hỏi này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Mở source chunks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Xem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FF734-2271-47DC-BCCD-6C62EAE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4F811-A0B0-444E-A9B4-B235E825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6598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34EB8-587E-4665-A60E-A9CD5E4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Evaluation-lite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79701-6668-4B54-A0E6-E5593AB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Evaluation-lite trên 5 mẫu, chưa phải full RAGAS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13C9C-F557-4ACE-9D9A-2AD896BB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Dùng số liệu thật từ benchmark_results.csv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Metrics: top1 hit, top-k hit, distance, keyword overlap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Mục tiêu: kiểm tra nhanh retrieval behavior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Không claim là RAGAS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C870F-FD54-42B5-B3F0-CA766F40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8101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B0C2F-BF6B-40D7-AFF5-07EC908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avg_score theo strategy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048500" y="2238375"/>
          <a:ext xmlns:a="http://schemas.openxmlformats.org/drawingml/2006/main" cx="39052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fd529439c8462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8993D-07CE-4CE4-9EA6-81216B1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Evaluation-lite trên 5 mẫu, chưa phải full RAGAS.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B2818-9399-4785-B729-EB0626E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3CD6A-7016-43C4-BAEC-18BFE7D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67692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C5699-B20D-4113-992F-833BB4D6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Result: Paragraph tốt nhất trong MVP hiện tại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32F91-7ECE-4588-A8FF-18FD089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Tín hiệu ban đầu, không phải kết luận học thuật cuối cùng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9D50D-074F-4849-8E66-2D95ACD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paragraph avg_score = 0.8354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top-k hit của paragraph = 1.0000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Có thể phù hợp vì context có cấu trúc đoạn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Cần full RAGAS và sample lớn hơn để 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2A180-B04F-4D87-890C-44E8D8C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91874-4D08-43ED-B695-2218480B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D28B2-C523-4B23-A694-E7228E8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A45FE-81E0-4F0D-B8B5-429E107A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Avg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D07C8-B5A5-45A0-B2B1-8746BC4F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1D605-DA80-45FC-8438-C6A93AC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fixed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49E60-88E2-4CF4-916B-5BB47F12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2FE91-492F-4165-91F5-6529C1D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0.3344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973E7-CD92-4CFA-98B4-EF1B31A7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0D969-30BA-4734-85EB-B9C275F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recursive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117AD-1C6C-4BAC-A860-9C9A4DE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0C6B6-6AA3-4E7F-BC3D-8549928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0.3410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84A02-9A76-4484-AC06-F8FC9E1A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ACC35-67A8-491F-930C-C1AE978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semantic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EE555-AC87-46E0-8667-467AFC9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DC539-D2F5-46C2-A4D9-AD92272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0.3313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9EC87-A809-4E1A-88C6-F1C4C6C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4000A-9DB3-4B06-9253-9E25A4C9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paragraph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B6818-D4F7-40D8-B647-380616D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634F1-B280-4202-B972-DF927CFB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0.8354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E3806-25E0-4F27-949C-9AF78B1A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333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1B301-7D19-44FA-A2AA-C0E9C35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86250"/>
            <a:ext cx="3876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Paragraph đang cao nhất trong evaluation-lite, nhưng chưa phải kết luận full RAGAS.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8CC7C-3CC1-44EE-BF7C-CA706F11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AA9C3-E02C-4321-84D6-886C024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110178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726F1-B98B-4942-A16C-634AF2B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F526D-5832-41F5-AACC-F6FB103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Minh bạch để tránh overclaim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FE892-31AC-46CA-8F10-BB22B63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Chưa full RAGAS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Sample evaluation-lite còn nhỏ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Semantic chunking có fallback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Execution patch: gemini-embedding-001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Chưa production enterprise upload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984FC-5A6D-48AF-9B2A-1BD909B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F9C6B-9A7D-4DE1-AE5E-586E81B8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Không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67A8A-00CC-43C7-858E-40CAEFD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Không nói đã RAGAS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Không nói production-ready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Không nói paragraph thắng tổng quát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1FEAF-FBE4-4FD2-9373-898BDD2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0E40C-7C0C-479D-829C-1053299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80715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C5E60-E5DF-46D7-95B0-80D43CEC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Enterprise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B1C55-9A0D-45C8-AE72-3C8FDBD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MVP là phần lõi, Enterprise production là phase sau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6831D-080A-4302-9016-F9CB88DE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Full RAGAS và tăng sample size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Upload enterprise documents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Hybrid Search và Reranking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GraphRAG / Agentic RAG là hướng dài hạn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61FA2-F526-4E94-9D20-84B5501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178CD-70BC-437D-BB56-849F0F64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77809-9A73-4E22-88FA-268B1D43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E7133-22B1-4CEE-8209-5CE8233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C82CA-1B57-4E99-BA25-05F1A11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Full 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5CCC-07FA-4D44-B65C-03751F5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9FEF6-6793-446A-9454-BDC97DF9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B8D8A-8BB3-44E7-8F33-AD59C73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C3D05-0774-4C94-8049-4E29FA4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FE079-820B-4676-9562-D3D7400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28E5B-51BB-40B9-B821-2BE93B6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Hybrid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7B824-5D60-4970-8210-E3DF298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E1383-8C39-48B8-B09F-9A14C0CC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E9D2A-02E1-4CD1-B309-7E5FD7AF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A4DEE-432A-4B32-9695-F74C5C8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69AB2-F7A1-4814-910E-12EB2E5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DCC19-5A0B-413C-A1A5-7E39CC6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GraphRAG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5AAAA-5142-41B2-B767-5BAE01D3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101EC-A2BF-44CC-8EAC-E1F8C635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64391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A99CE-9175-4116-A608-916561BF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Conclusion +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D6FBD-E51D-4017-B51D-3B212BCC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MVP demoable, defensible, không fake số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E602B-37DD-42BF-A950-FA2C0197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Đã chạy RAG end-to-end trên dataset public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Đã có source chunks và benchmark-lite thật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Chưa claim full RAGAS hoặc production enterprise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Next: full RAGAS, report final, slide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7A3C-74E1-407E-8F2C-E8E757C2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D165E-37E0-41D5-9E7D-4F64657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B6E1-48FC-4F91-8F98-0EE075A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Demo được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Đo được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Minh bạch limitation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Có roadmap tiếp theo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24CC3-AB32-4883-B638-2091011D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C394F-A8DB-4A10-88D7-2A289CED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4924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2026-06-29T18:34:08.7830000Z</dcterms:created>
  <dcterms:modified xsi:type="dcterms:W3CDTF">2026-06-29T18:34:08.7840000Z</dcterms:modified>
</coreProperties>
</file>